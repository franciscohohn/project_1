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2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With a jump in avg. high temperature of as little as 10 degrees, crime will jump 5%.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438400"/>
            <a:ext cx="6586489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Weather Cleanup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17F9A0-68D6-49D5-99F9-D79EA4DE9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Exploration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B171108-E888-44B3-A10F-8CFF8C051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Cleanup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B171108-E888-44B3-A10F-8CFF8C051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143</Words>
  <Application>Microsoft Office PowerPoint</Application>
  <PresentationFormat>Widescreen</PresentationFormat>
  <Paragraphs>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Weather Exploration</vt:lpstr>
      <vt:lpstr>The Data: Weather Cleanup</vt:lpstr>
      <vt:lpstr>The Data: Crime Exploration</vt:lpstr>
      <vt:lpstr>The Data: Crime Cleanup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Francisco Hohn</cp:lastModifiedBy>
  <cp:revision>9</cp:revision>
  <dcterms:created xsi:type="dcterms:W3CDTF">2019-04-06T18:02:55Z</dcterms:created>
  <dcterms:modified xsi:type="dcterms:W3CDTF">2019-04-07T16:05:01Z</dcterms:modified>
</cp:coreProperties>
</file>