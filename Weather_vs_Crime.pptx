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5" r:id="rId6"/>
    <p:sldId id="262" r:id="rId7"/>
    <p:sldId id="261" r:id="rId8"/>
    <p:sldId id="263" r:id="rId9"/>
    <p:sldId id="266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</a:t>
            </a:r>
            <a:r>
              <a:rPr lang="en-US" sz="5800"/>
              <a:t>its Effects </a:t>
            </a:r>
            <a:r>
              <a:rPr lang="en-US" sz="5800" dirty="0"/>
              <a:t>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Of the weather metrics looked at, temperature will have the strongest, positive correlation to crime.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149642"/>
            <a:ext cx="6586489" cy="441157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JSON file provided easy handling of data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US" sz="2200" dirty="0"/>
              <a:t>Feeling loopy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Date and Three weather metrics (Max Temp, Humidity, and Cloudiness)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u="sng" dirty="0"/>
              <a:t>Some Hiccups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Date was UNIX timestamp (1349096400)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JSON entries by the hour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Temperature in Kelvin, not Fahrenheit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dates (8/8/2014-6/12/2015)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BFED2-F8E6-4FD5-8CA9-DD41304B6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The Data: Weather Cleanup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D6B23-7497-4E87-A73E-4A74EE050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10512424" cy="3811588"/>
          </a:xfrm>
        </p:spPr>
        <p:txBody>
          <a:bodyPr numCol="3">
            <a:normAutofit/>
          </a:bodyPr>
          <a:lstStyle/>
          <a:p>
            <a:pPr>
              <a:lnSpc>
                <a:spcPct val="250000"/>
              </a:lnSpc>
            </a:pPr>
            <a:r>
              <a:rPr lang="en-US" sz="2000" dirty="0"/>
              <a:t>UNIX timestamp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Hourly JSON entries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Temperature in Kelvin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Missing dates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pd.to_datetime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dt.date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pyt.k2f function</a:t>
            </a:r>
          </a:p>
          <a:p>
            <a:pPr>
              <a:lnSpc>
                <a:spcPct val="250000"/>
              </a:lnSpc>
            </a:pPr>
            <a:r>
              <a:rPr lang="en-US" sz="2000" dirty="0"/>
              <a:t>dropna after merging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1349096400 to 2012-10-01 13:00:00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Take only y/m/d then .mean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287.59 K to  57.97 F</a:t>
            </a:r>
          </a:p>
          <a:p>
            <a:pPr>
              <a:lnSpc>
                <a:spcPct val="250000"/>
              </a:lnSpc>
              <a:spcBef>
                <a:spcPts val="1900"/>
              </a:spcBef>
            </a:pPr>
            <a:r>
              <a:rPr lang="en-US" sz="1800" dirty="0"/>
              <a:t>Avoid skewed data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58008C-CC42-40A2-997D-94D7BA669EB2}"/>
              </a:ext>
            </a:extLst>
          </p:cNvPr>
          <p:cNvCxnSpPr/>
          <p:nvPr/>
        </p:nvCxnSpPr>
        <p:spPr>
          <a:xfrm>
            <a:off x="2695074" y="2614863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25C3D3-5280-4A39-ABDD-EE7A0DB9FC81}"/>
              </a:ext>
            </a:extLst>
          </p:cNvPr>
          <p:cNvCxnSpPr/>
          <p:nvPr/>
        </p:nvCxnSpPr>
        <p:spPr>
          <a:xfrm>
            <a:off x="3080084" y="3429000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DB2720-BB7A-4490-9D25-AA46388B5192}"/>
              </a:ext>
            </a:extLst>
          </p:cNvPr>
          <p:cNvCxnSpPr/>
          <p:nvPr/>
        </p:nvCxnSpPr>
        <p:spPr>
          <a:xfrm>
            <a:off x="3384884" y="4395537"/>
            <a:ext cx="786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6CE767-A027-4D0E-9D39-F8F7296A6FA4}"/>
              </a:ext>
            </a:extLst>
          </p:cNvPr>
          <p:cNvCxnSpPr/>
          <p:nvPr/>
        </p:nvCxnSpPr>
        <p:spPr>
          <a:xfrm>
            <a:off x="2695074" y="5309937"/>
            <a:ext cx="14758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2EB21B-543F-4765-A2FE-69B2A2DF16D1}"/>
              </a:ext>
            </a:extLst>
          </p:cNvPr>
          <p:cNvCxnSpPr/>
          <p:nvPr/>
        </p:nvCxnSpPr>
        <p:spPr>
          <a:xfrm>
            <a:off x="7042484" y="2614863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52F23B0-E9D8-46D6-A623-29D4997BD6B4}"/>
              </a:ext>
            </a:extLst>
          </p:cNvPr>
          <p:cNvCxnSpPr/>
          <p:nvPr/>
        </p:nvCxnSpPr>
        <p:spPr>
          <a:xfrm>
            <a:off x="6224337" y="3429000"/>
            <a:ext cx="14117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81FDE0E-93B7-401E-BFE2-B50036C485DE}"/>
              </a:ext>
            </a:extLst>
          </p:cNvPr>
          <p:cNvCxnSpPr/>
          <p:nvPr/>
        </p:nvCxnSpPr>
        <p:spPr>
          <a:xfrm>
            <a:off x="6096000" y="4395537"/>
            <a:ext cx="15560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B9A7820-1C37-4AB3-9C69-D626D4A56831}"/>
              </a:ext>
            </a:extLst>
          </p:cNvPr>
          <p:cNvCxnSpPr/>
          <p:nvPr/>
        </p:nvCxnSpPr>
        <p:spPr>
          <a:xfrm>
            <a:off x="6705600" y="5309937"/>
            <a:ext cx="9464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429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data we need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C83D0E6-CD73-44AB-AAA0-953BA9486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858982"/>
            <a:ext cx="7218218" cy="5777345"/>
          </a:xfr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9173736-90D2-4BC5-B05C-7C6E3B47CC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1018538"/>
            <a:ext cx="7443418" cy="5382262"/>
          </a:xfrm>
        </p:spPr>
      </p:pic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C25A0-0C14-4445-BD5B-6CDFB4E3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00" y="978102"/>
            <a:ext cx="10588434" cy="10626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/>
              <a:t>Statistical Analysis: Pearson Correlation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B7FDC9-F0CE-43A7-9F2A-83DD09DC3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7624" y="2265037"/>
            <a:ext cx="10125012" cy="0"/>
          </a:xfrm>
          <a:prstGeom prst="line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orrelation">
            <a:extLst>
              <a:ext uri="{FF2B5EF4-FFF2-40B4-BE49-F238E27FC236}">
                <a16:creationId xmlns:a16="http://schemas.microsoft.com/office/drawing/2014/main" id="{929CC62D-025D-4821-B5A3-976EC7E6F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14023" y="3483454"/>
            <a:ext cx="3366480" cy="135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F646AD-70CA-4FC9-A261-F9883EF7E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5354" y="3354785"/>
            <a:ext cx="6282169" cy="321574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b="1" dirty="0"/>
              <a:t>correlation coefficient</a:t>
            </a:r>
            <a:r>
              <a:rPr lang="en-US" sz="2400" dirty="0"/>
              <a:t> is a measure of the strength of the linear relationship between two variables.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positive linear relationship, r = 1.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2400" dirty="0"/>
              <a:t>A perfect negative linear relationship, r = -1.</a:t>
            </a:r>
          </a:p>
        </p:txBody>
      </p:sp>
    </p:spTree>
    <p:extLst>
      <p:ext uri="{BB962C8B-B14F-4D97-AF65-F5344CB8AC3E}">
        <p14:creationId xmlns:p14="http://schemas.microsoft.com/office/powerpoint/2010/main" val="921853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B8E2D4-05F5-442D-A308-9BFFCA66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&amp; Crime: Pearson Correlation</a:t>
            </a:r>
          </a:p>
        </p:txBody>
      </p:sp>
      <p:pic>
        <p:nvPicPr>
          <p:cNvPr id="10" name="Content Placeholder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28EBD97C-D6EE-4D1A-B609-010BAF7B02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1691" y="4010827"/>
            <a:ext cx="3950208" cy="250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ell phone&#10;&#10;Description automatically generated">
            <a:extLst>
              <a:ext uri="{FF2B5EF4-FFF2-40B4-BE49-F238E27FC236}">
                <a16:creationId xmlns:a16="http://schemas.microsoft.com/office/drawing/2014/main" id="{21FD03E5-5087-4D94-A9CB-5C66138639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280" y="1396339"/>
            <a:ext cx="3948717" cy="2546010"/>
          </a:xfrm>
          <a:prstGeom prst="rect">
            <a:avLst/>
          </a:prstGeom>
        </p:spPr>
      </p:pic>
      <p:pic>
        <p:nvPicPr>
          <p:cNvPr id="14" name="Picture 1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BD472A3-F767-4955-BDD6-D03F31412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79" y="3989500"/>
            <a:ext cx="3950208" cy="2546972"/>
          </a:xfrm>
          <a:prstGeom prst="rect">
            <a:avLst/>
          </a:prstGeom>
        </p:spPr>
      </p:pic>
      <p:pic>
        <p:nvPicPr>
          <p:cNvPr id="16" name="Picture 1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2AD58-15EF-4F34-A700-692BED185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3" y="1396339"/>
            <a:ext cx="3950208" cy="25469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FAF19C5-B19C-4514-BBCA-BAD50C3E0AE5}"/>
              </a:ext>
            </a:extLst>
          </p:cNvPr>
          <p:cNvSpPr/>
          <p:nvPr/>
        </p:nvSpPr>
        <p:spPr>
          <a:xfrm>
            <a:off x="1491916" y="5678905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44601-02DC-4946-AF23-89180C0AD10D}"/>
              </a:ext>
            </a:extLst>
          </p:cNvPr>
          <p:cNvSpPr/>
          <p:nvPr/>
        </p:nvSpPr>
        <p:spPr>
          <a:xfrm>
            <a:off x="3360821" y="4135530"/>
            <a:ext cx="930442" cy="8139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2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272</Words>
  <Application>Microsoft Office PowerPoint</Application>
  <PresentationFormat>Widescreen</PresentationFormat>
  <Paragraphs>59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On Weather and its Effects on Chicago Crime</vt:lpstr>
      <vt:lpstr>PowerPoint Presentation</vt:lpstr>
      <vt:lpstr>The Data: Sources</vt:lpstr>
      <vt:lpstr>The Data: Weather Exploration</vt:lpstr>
      <vt:lpstr>The Data: Weather Cleanup</vt:lpstr>
      <vt:lpstr>The Data: Weather Exploration</vt:lpstr>
      <vt:lpstr>The Data: Crime Exploration</vt:lpstr>
      <vt:lpstr>The Data: Crime Cleanup</vt:lpstr>
      <vt:lpstr>Statistical Analysis: Pearson Correlation</vt:lpstr>
      <vt:lpstr>Weather &amp; Crime: Pearson Correlation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Francisco Hohn</cp:lastModifiedBy>
  <cp:revision>2</cp:revision>
  <dcterms:created xsi:type="dcterms:W3CDTF">2019-04-08T04:30:24Z</dcterms:created>
  <dcterms:modified xsi:type="dcterms:W3CDTF">2019-04-08T15:52:10Z</dcterms:modified>
</cp:coreProperties>
</file>