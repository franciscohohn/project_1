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C571F-F82A-4868-83A6-2D69B5F05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14214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932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211</Words>
  <Application>Microsoft Office PowerPoint</Application>
  <PresentationFormat>Widescreen</PresentationFormat>
  <Paragraphs>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PowerPoint Presentation</vt:lpstr>
      <vt:lpstr>The Data: Weather Exploration</vt:lpstr>
      <vt:lpstr>The Data: Crime Exploration</vt:lpstr>
      <vt:lpstr>The Data: Crime Cleanup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17</cp:revision>
  <dcterms:created xsi:type="dcterms:W3CDTF">2019-04-06T18:02:55Z</dcterms:created>
  <dcterms:modified xsi:type="dcterms:W3CDTF">2019-04-08T03:34:06Z</dcterms:modified>
</cp:coreProperties>
</file>