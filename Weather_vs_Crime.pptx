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7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cityofchicago.org/Public-Safety/Crimes-2018/3i3m-jwuy" TargetMode="External"/><Relationship Id="rId2" Type="http://schemas.openxmlformats.org/officeDocument/2006/relationships/hyperlink" Target="https://openweathermap.org/history-bulk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its Affects 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With a jump in avg. high temperature of as little as 10 degrees, crime will jump 5%.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2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3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Cleanup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92F097-5C01-4427-9A35-F4E5CC5315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A0EC82-2A7C-4D0C-A21E-2C564E6EE6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17F9A0-68D6-49D5-99F9-D79EA4DE9AA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Unix type</a:t>
            </a:r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133</Words>
  <Application>Microsoft Office PowerPoint</Application>
  <PresentationFormat>Widescreen</PresentationFormat>
  <Paragraphs>27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On Weather and its Affects on Chicago Crime</vt:lpstr>
      <vt:lpstr>PowerPoint Presentation</vt:lpstr>
      <vt:lpstr>The Data: Sources</vt:lpstr>
      <vt:lpstr>The Data: Cleanup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Francisco Hohn</cp:lastModifiedBy>
  <cp:revision>8</cp:revision>
  <dcterms:created xsi:type="dcterms:W3CDTF">2019-04-06T14:48:56Z</dcterms:created>
  <dcterms:modified xsi:type="dcterms:W3CDTF">2019-04-06T17:01:52Z</dcterms:modified>
</cp:coreProperties>
</file>