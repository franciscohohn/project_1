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2" r:id="rId6"/>
    <p:sldId id="261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With a jump in avg. high temperature of as little as 10 degrees, crime will jump 5%.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438400"/>
            <a:ext cx="65864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data we need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C83D0E6-CD73-44AB-AAA0-953BA9486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858982"/>
            <a:ext cx="7218218" cy="5777345"/>
          </a:xfr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9173736-90D2-4BC5-B05C-7C6E3B47CC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1018538"/>
            <a:ext cx="7443418" cy="5382262"/>
          </a:xfrm>
        </p:spPr>
      </p:pic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14214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5932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165</Words>
  <Application>Microsoft Office PowerPoint</Application>
  <PresentationFormat>Widescreen</PresentationFormat>
  <Paragraphs>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The Data: Weather Exploration</vt:lpstr>
      <vt:lpstr>The Data: Crime Exploration</vt:lpstr>
      <vt:lpstr>The Data: Crime Cleanup</vt:lpstr>
      <vt:lpstr>Weather &amp; Crime: Pearson Correlation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Francisco Hohn</cp:lastModifiedBy>
  <cp:revision>14</cp:revision>
  <dcterms:created xsi:type="dcterms:W3CDTF">2019-04-06T18:02:55Z</dcterms:created>
  <dcterms:modified xsi:type="dcterms:W3CDTF">2019-04-08T00:08:06Z</dcterms:modified>
</cp:coreProperties>
</file>