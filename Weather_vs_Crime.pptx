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3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</TotalTime>
  <Words>159</Words>
  <Application>Microsoft Office PowerPoint</Application>
  <PresentationFormat>Widescreen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Weather Exploration</vt:lpstr>
      <vt:lpstr>The Data: Crime Exploration</vt:lpstr>
      <vt:lpstr>The Data: Crime Cleanup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John Yoo</cp:lastModifiedBy>
  <cp:revision>12</cp:revision>
  <dcterms:created xsi:type="dcterms:W3CDTF">2019-04-06T18:02:55Z</dcterms:created>
  <dcterms:modified xsi:type="dcterms:W3CDTF">2019-04-07T20:18:26Z</dcterms:modified>
</cp:coreProperties>
</file>