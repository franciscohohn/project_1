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62" r:id="rId6"/>
    <p:sldId id="261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5" d="100"/>
          <a:sy n="55" d="100"/>
        </p:scale>
        <p:origin x="75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93181-24F0-4D01-9FA7-59C624EC18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3D73AD-8818-4BEA-9749-B9725F5A44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03F7AA-15BD-4677-B416-485C8F246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88FEC-8408-4619-B5E6-DA13FC512FFF}" type="datetimeFigureOut">
              <a:rPr lang="en-US" smtClean="0"/>
              <a:t>4/7/2019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BC0230-7D72-4F15-A3C9-51D420238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0F987-EB88-434D-A8C2-44E3100C4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EAFFA-EEA7-4F2D-A3E5-3AE0F1CBD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158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4FFAE-C1F6-4E6F-9D43-83425FEFC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3173C-08DC-4172-B470-F3B30F51E1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90A799-5EC6-4899-BD24-4437E6907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88FEC-8408-4619-B5E6-DA13FC512FFF}" type="datetimeFigureOut">
              <a:rPr lang="en-US" smtClean="0"/>
              <a:t>4/7/2019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818638-4F57-440F-9CE1-95917DF0E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496403-827E-43CF-8B93-3015E74F8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EAFFA-EEA7-4F2D-A3E5-3AE0F1CBD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444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7E50B-6A43-432C-8550-1C77FD990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308AE7-2A8C-4955-9EBE-F382BFF0C3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01A074-84FA-4461-92F7-36DF27BFD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88FEC-8408-4619-B5E6-DA13FC512FFF}" type="datetimeFigureOut">
              <a:rPr lang="en-US" smtClean="0"/>
              <a:t>4/7/2019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1E31BB-A47F-46D8-BAE5-EC0D59B7C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9A0750-764E-4694-BAB4-A19D81209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EAFFA-EEA7-4F2D-A3E5-3AE0F1CBD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379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DA8A2-E849-4AC4-9084-EA5181B5B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32D29-6247-4430-9B81-A4EC8B1B00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33ECDF-5C0F-4E5C-AA29-3ED18C5030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A30F6E-1636-4170-AE6C-BF78FE80F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88FEC-8408-4619-B5E6-DA13FC512FFF}" type="datetimeFigureOut">
              <a:rPr lang="en-US" smtClean="0"/>
              <a:t>4/7/2019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39B32C-1957-4A0D-9300-95F39EF7D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A38F62-8DD2-421E-B7F5-8911F2C38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EAFFA-EEA7-4F2D-A3E5-3AE0F1CBD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191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B3BA1-8E8A-4B10-A4EE-98A3A893F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AA8B55-7AE1-4AC7-BD12-FED572D8DE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7547FE-CF10-46B3-8B8D-22FA3EF2FC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C022B0-271E-4011-BFAE-276B34BFB5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20A348-B075-4469-A078-C002A14043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00D54C-8648-44C8-9D4E-F9E8F04AC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88FEC-8408-4619-B5E6-DA13FC512FFF}" type="datetimeFigureOut">
              <a:rPr lang="en-US" smtClean="0"/>
              <a:t>4/7/2019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0B35AA-E897-448E-B2D8-F079649B7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E1579B-86D5-45A1-81CA-C1CA3360C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EAFFA-EEA7-4F2D-A3E5-3AE0F1CBD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891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D1F5D-6F8E-4C8B-AFD6-668A8A996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F3D084-7687-4D8D-8D78-BFBEF036D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88FEC-8408-4619-B5E6-DA13FC512FFF}" type="datetimeFigureOut">
              <a:rPr lang="en-US" smtClean="0"/>
              <a:t>4/7/2019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3FE811-3980-4BAB-9529-3E9878CCE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26D812-A4A9-402C-A10E-8EBADB6B8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EAFFA-EEA7-4F2D-A3E5-3AE0F1CBD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613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B57418-20A6-4474-AB77-9584D7B9D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88FEC-8408-4619-B5E6-DA13FC512FFF}" type="datetimeFigureOut">
              <a:rPr lang="en-US" smtClean="0"/>
              <a:t>4/7/2019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DC42F8-F219-4C31-8C74-A4E65F549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2AF4B8-AE5C-49C4-813F-04EE4901A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EAFFA-EEA7-4F2D-A3E5-3AE0F1CBD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647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E919A-863C-4D56-89DB-E13B55AED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C3706-9503-4428-98FD-09F0856BA3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6DC25F-3183-4448-9658-D688372FD6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58C8B-A43B-496F-9B56-7A1C3C79F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88FEC-8408-4619-B5E6-DA13FC512FFF}" type="datetimeFigureOut">
              <a:rPr lang="en-US" smtClean="0"/>
              <a:t>4/7/2019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78E645-E6FE-455B-8987-4BC7D6D95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28B132-3CEC-4EE5-B684-94AFCBF19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EAFFA-EEA7-4F2D-A3E5-3AE0F1CBD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380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9D0EF-385B-4CD4-9994-9A1A0CEFB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405730-5422-449F-A4DC-442D5355F8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D27E18-A7A6-49CA-8BDA-04819DC1A6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D1FA52-8573-4ADE-B548-AF26C1A8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88FEC-8408-4619-B5E6-DA13FC512FFF}" type="datetimeFigureOut">
              <a:rPr lang="en-US" smtClean="0"/>
              <a:t>4/7/2019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783D64-2748-4B52-8A57-5AB063CEF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5F6E3C-D02D-460B-BFDD-FFE39EAE6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EAFFA-EEA7-4F2D-A3E5-3AE0F1CBD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019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E03D6-C004-4B4C-A9DF-ACE9C6B06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FA115E-46C1-4207-B1AC-14EBB0826B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77E087-1C51-4163-8BA5-0621556E7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88FEC-8408-4619-B5E6-DA13FC512FFF}" type="datetimeFigureOut">
              <a:rPr lang="en-US" smtClean="0"/>
              <a:t>4/7/2019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B9FDAA-6B03-439C-A274-1BD344E6F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DCC163-C0D7-4ED7-9BEB-E69C9D658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EAFFA-EEA7-4F2D-A3E5-3AE0F1CBD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01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17D67E-A14A-4271-B93D-41A1CBA887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8085FC-DEEE-4E76-AE54-9E35BDB5E3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373372-EA77-40CD-A76B-C268598DC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88FEC-8408-4619-B5E6-DA13FC512FFF}" type="datetimeFigureOut">
              <a:rPr lang="en-US" smtClean="0"/>
              <a:t>4/7/2019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A3388D-6D24-49D7-88E7-02175C48E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282F05-AFA4-4F5E-8EC4-B33F63E4D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EAFFA-EEA7-4F2D-A3E5-3AE0F1CBD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571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B5FBE-2200-4236-9343-1F9637762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A54B81-1756-4A28-9ABB-81AD94B9C3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DC1B5-4F18-43AC-91D6-589551ADB4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E88FEC-8408-4619-B5E6-DA13FC512FFF}" type="datetimeFigureOut">
              <a:rPr lang="en-US" smtClean="0"/>
              <a:t>4/7/2019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CE7A6F-C192-405F-8C86-735EDD1A24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AF7E87-738E-454D-9A6F-7015C76C65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EAFFA-EEA7-4F2D-A3E5-3AE0F1CBD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109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weathermap.org/history-bulk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data.cityofchicago.org/Public-Safety/Crimes-2018/3i3m-jwuy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A8AA5BC-4F7A-4226-8F99-6D824B226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9">
            <a:extLst>
              <a:ext uri="{FF2B5EF4-FFF2-40B4-BE49-F238E27FC236}">
                <a16:creationId xmlns:a16="http://schemas.microsoft.com/office/drawing/2014/main" id="{3E5445C6-DD42-4979-86FF-03730E8C6D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734" y="321733"/>
            <a:ext cx="11573488" cy="6214534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127000" cap="sq" cmpd="thinThick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41C6C8-273C-472D-8E3A-C1B6055680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840037"/>
          </a:xfrm>
        </p:spPr>
        <p:txBody>
          <a:bodyPr>
            <a:normAutofit/>
          </a:bodyPr>
          <a:lstStyle/>
          <a:p>
            <a:r>
              <a:rPr lang="en-US" sz="5800" dirty="0"/>
              <a:t>On Weather and its Affects on Chicago Crime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DF10F3-B1FB-4423-9A9A-E1755F0993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56436"/>
            <a:ext cx="9144000" cy="160081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A data driven analysis on how weather relates to crime rates</a:t>
            </a:r>
          </a:p>
          <a:p>
            <a:endParaRPr lang="en-US" dirty="0">
              <a:solidFill>
                <a:schemeClr val="accent1"/>
              </a:solidFill>
            </a:endParaRPr>
          </a:p>
          <a:p>
            <a:r>
              <a:rPr lang="en-US" dirty="0"/>
              <a:t>Francisco H | Mansi S | and John Y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5000665-DFC7-417E-8FD7-516A0F15C9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4400" y="4109417"/>
            <a:ext cx="2743200" cy="0"/>
          </a:xfrm>
          <a:prstGeom prst="line">
            <a:avLst/>
          </a:prstGeom>
          <a:ln w="12700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52642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4A3B59-6669-4DCA-9B59-EEBAF3D74A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987425"/>
            <a:ext cx="3932237" cy="4881563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Question</a:t>
            </a:r>
          </a:p>
          <a:p>
            <a:r>
              <a:rPr lang="en-US" sz="2000" dirty="0"/>
              <a:t>How does weather affect crime in Chicago?</a:t>
            </a:r>
          </a:p>
          <a:p>
            <a:endParaRPr lang="en-US" sz="2000" dirty="0"/>
          </a:p>
          <a:p>
            <a:r>
              <a:rPr lang="en-US" sz="2000" dirty="0">
                <a:solidFill>
                  <a:srgbClr val="FF0000"/>
                </a:solidFill>
              </a:rPr>
              <a:t>Hypothesis</a:t>
            </a:r>
          </a:p>
          <a:p>
            <a:r>
              <a:rPr lang="en-US" sz="2000" dirty="0"/>
              <a:t>Warmer weather is responsible for more people outside and more chances for street crimes to occur.</a:t>
            </a:r>
          </a:p>
          <a:p>
            <a:endParaRPr lang="en-US" sz="2000" dirty="0"/>
          </a:p>
          <a:p>
            <a:r>
              <a:rPr lang="en-US" sz="2000" dirty="0">
                <a:solidFill>
                  <a:srgbClr val="FF0000"/>
                </a:solidFill>
              </a:rPr>
              <a:t>Prediction</a:t>
            </a:r>
          </a:p>
          <a:p>
            <a:r>
              <a:rPr lang="en-US" sz="2000" dirty="0"/>
              <a:t>With a jump in avg. high temperature of as little as 10 degrees, crime will jump 5%.</a:t>
            </a:r>
          </a:p>
        </p:txBody>
      </p:sp>
      <p:pic>
        <p:nvPicPr>
          <p:cNvPr id="1026" name="Picture 2" descr="Weather Photo">
            <a:extLst>
              <a:ext uri="{FF2B5EF4-FFF2-40B4-BE49-F238E27FC236}">
                <a16:creationId xmlns:a16="http://schemas.microsoft.com/office/drawing/2014/main" id="{EBFBC69E-6062-4940-9AE1-09BC2416283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3188" y="1470537"/>
            <a:ext cx="6172200" cy="390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1824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data sources">
            <a:extLst>
              <a:ext uri="{FF2B5EF4-FFF2-40B4-BE49-F238E27FC236}">
                <a16:creationId xmlns:a16="http://schemas.microsoft.com/office/drawing/2014/main" id="{E8D17A21-3AAF-4B2C-B844-3C0100BC13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7308" y="0"/>
            <a:ext cx="4454692" cy="2708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A4C4313-7007-45FF-B9C6-7208A6976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33478"/>
            <a:ext cx="10515600" cy="1325563"/>
          </a:xfrm>
        </p:spPr>
        <p:txBody>
          <a:bodyPr/>
          <a:lstStyle/>
          <a:p>
            <a:r>
              <a:rPr lang="en-US" dirty="0"/>
              <a:t>The Data: Sources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C960A1-2980-4320-BEFB-75F4C6005A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39582"/>
            <a:ext cx="5157787" cy="823912"/>
          </a:xfrm>
        </p:spPr>
        <p:txBody>
          <a:bodyPr/>
          <a:lstStyle/>
          <a:p>
            <a:r>
              <a:rPr lang="en-US" dirty="0"/>
              <a:t>Weather Data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DC36FF-58C6-4329-BB19-C8E459F797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12579"/>
            <a:ext cx="5157787" cy="3684588"/>
          </a:xfrm>
        </p:spPr>
        <p:txBody>
          <a:bodyPr/>
          <a:lstStyle/>
          <a:p>
            <a:r>
              <a:rPr lang="en-US" dirty="0"/>
              <a:t>Open Weather Map</a:t>
            </a:r>
          </a:p>
          <a:p>
            <a:r>
              <a:rPr lang="en-US" dirty="0"/>
              <a:t>6 years of data for 1 city = $10</a:t>
            </a:r>
          </a:p>
          <a:p>
            <a:r>
              <a:rPr lang="en-US" dirty="0"/>
              <a:t>JSON file</a:t>
            </a:r>
          </a:p>
          <a:p>
            <a:r>
              <a:rPr lang="en-US" dirty="0">
                <a:hlinkClick r:id="rId3"/>
              </a:rPr>
              <a:t>https://openweathermap.org/history-bulk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E5BF6D2-73C9-4668-9789-1F106709BA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39582"/>
            <a:ext cx="5183188" cy="823912"/>
          </a:xfrm>
        </p:spPr>
        <p:txBody>
          <a:bodyPr/>
          <a:lstStyle/>
          <a:p>
            <a:r>
              <a:rPr lang="en-US" dirty="0"/>
              <a:t>Crime Data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0734C3C-E746-4608-9794-ED5F34BCFF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12579"/>
            <a:ext cx="5183188" cy="3684588"/>
          </a:xfrm>
        </p:spPr>
        <p:txBody>
          <a:bodyPr/>
          <a:lstStyle/>
          <a:p>
            <a:r>
              <a:rPr lang="en-US" dirty="0"/>
              <a:t>Chicago Data Portal</a:t>
            </a:r>
          </a:p>
          <a:p>
            <a:r>
              <a:rPr lang="en-US" dirty="0"/>
              <a:t>Free</a:t>
            </a:r>
          </a:p>
          <a:p>
            <a:r>
              <a:rPr lang="en-US" dirty="0"/>
              <a:t>CSV file</a:t>
            </a:r>
          </a:p>
          <a:p>
            <a:r>
              <a:rPr lang="en-US" dirty="0">
                <a:hlinkClick r:id="rId4"/>
              </a:rPr>
              <a:t>https://data.cityofchicago.org/Public-Safety/Crimes-2018/3i3m-jwuy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53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623DB-C7C3-473B-83FB-CE84D12D5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430" y="629266"/>
            <a:ext cx="6586491" cy="167660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 dirty="0"/>
              <a:t>The Data: Weather Exploration</a:t>
            </a:r>
          </a:p>
        </p:txBody>
      </p:sp>
      <p:pic>
        <p:nvPicPr>
          <p:cNvPr id="7" name="Content Placeholder 6" descr="A screenshot of a cell phone&#10;&#10;Description automatically generated">
            <a:extLst>
              <a:ext uri="{FF2B5EF4-FFF2-40B4-BE49-F238E27FC236}">
                <a16:creationId xmlns:a16="http://schemas.microsoft.com/office/drawing/2014/main" id="{D6E2397A-5CE2-4EF1-8445-A9F188AEC0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2" b="5688"/>
          <a:stretch/>
        </p:blipFill>
        <p:spPr>
          <a:xfrm>
            <a:off x="20" y="10"/>
            <a:ext cx="4635571" cy="6857990"/>
          </a:xfrm>
          <a:prstGeom prst="rect">
            <a:avLst/>
          </a:prstGeom>
          <a:effectLst/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DEEDE5-5314-44F3-910B-4625C22F52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65431" y="2438400"/>
            <a:ext cx="6586489" cy="3785419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09270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623DB-C7C3-473B-83FB-CE84D12D5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Data: </a:t>
            </a:r>
            <a:br>
              <a:rPr lang="en-US" dirty="0"/>
            </a:br>
            <a:r>
              <a:rPr lang="en-US" dirty="0"/>
              <a:t>Crime Exploration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DEEDE5-5314-44F3-910B-4625C22F52B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algn="ctr"/>
            <a:endParaRPr lang="en-US" dirty="0"/>
          </a:p>
          <a:p>
            <a:pPr algn="ctr"/>
            <a:r>
              <a:rPr lang="en-US" dirty="0"/>
              <a:t>The Easiest Part!</a:t>
            </a:r>
          </a:p>
          <a:p>
            <a:pPr algn="ctr"/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Load in the huge amounts of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Extract the general data we need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AC83D0E6-CD73-44AB-AAA0-953BA94866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2025" y="858982"/>
            <a:ext cx="7218218" cy="5777345"/>
          </a:xfrm>
        </p:spPr>
      </p:pic>
    </p:spTree>
    <p:extLst>
      <p:ext uri="{BB962C8B-B14F-4D97-AF65-F5344CB8AC3E}">
        <p14:creationId xmlns:p14="http://schemas.microsoft.com/office/powerpoint/2010/main" val="19395220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5886D5D-4559-4000-A1C0-2CB15F99B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Data: </a:t>
            </a:r>
            <a:br>
              <a:rPr lang="en-US" dirty="0"/>
            </a:br>
            <a:r>
              <a:rPr lang="en-US" dirty="0"/>
              <a:t>Crime Cleanup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A5DCE34-3430-4E62-8A30-9AE926A8B02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First we pulled the specific crime we wanted to look at and saved the date of each reported incident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Next we format the date so it can be mergeable with </a:t>
            </a:r>
            <a:r>
              <a:rPr lang="en-US" dirty="0" err="1"/>
              <a:t>OpenWeatherMap</a:t>
            </a:r>
            <a:r>
              <a:rPr lang="en-US" dirty="0"/>
              <a:t>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Then we sort by date to make </a:t>
            </a:r>
            <a:r>
              <a:rPr lang="en-US"/>
              <a:t>it easier to look 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54C12D38-4A1F-497F-873B-139AB9E747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5537" y="390525"/>
            <a:ext cx="7034185" cy="6200775"/>
          </a:xfrm>
        </p:spPr>
      </p:pic>
    </p:spTree>
    <p:extLst>
      <p:ext uri="{BB962C8B-B14F-4D97-AF65-F5344CB8AC3E}">
        <p14:creationId xmlns:p14="http://schemas.microsoft.com/office/powerpoint/2010/main" val="887106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5886D5D-4559-4000-A1C0-2CB15F99B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Data: Crime Cleanup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A5DCE34-3430-4E62-8A30-9AE926A8B02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  <a:p>
            <a:pPr algn="ctr"/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47C7916E-558F-4F90-8DBD-B4587FBD07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4614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728</TotalTime>
  <Words>200</Words>
  <Application>Microsoft Office PowerPoint</Application>
  <PresentationFormat>Widescreen</PresentationFormat>
  <Paragraphs>36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On Weather and its Affects on Chicago Crime</vt:lpstr>
      <vt:lpstr>PowerPoint Presentation</vt:lpstr>
      <vt:lpstr>The Data: Sources</vt:lpstr>
      <vt:lpstr>The Data: Weather Exploration</vt:lpstr>
      <vt:lpstr>The Data:  Crime Exploration</vt:lpstr>
      <vt:lpstr>The Data:  Crime Cleanup</vt:lpstr>
      <vt:lpstr>The Data: Crime Cleanup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 Weather and its Affects on Chicago Crime</dc:title>
  <dc:creator>Francisco Hohn</dc:creator>
  <cp:lastModifiedBy>John Yoo</cp:lastModifiedBy>
  <cp:revision>15</cp:revision>
  <dcterms:created xsi:type="dcterms:W3CDTF">2019-04-06T18:02:55Z</dcterms:created>
  <dcterms:modified xsi:type="dcterms:W3CDTF">2019-04-08T02:02:39Z</dcterms:modified>
</cp:coreProperties>
</file>