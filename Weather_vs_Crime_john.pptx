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2" r:id="rId6"/>
    <p:sldId id="261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7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4/8/2019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457200"/>
            <a:ext cx="4287115" cy="1133404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Crime Exploration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9838" y="1896738"/>
            <a:ext cx="3932237" cy="2424546"/>
          </a:xfrm>
        </p:spPr>
        <p:txBody>
          <a:bodyPr/>
          <a:lstStyle/>
          <a:p>
            <a:pPr algn="ctr"/>
            <a:endParaRPr lang="en-US" dirty="0"/>
          </a:p>
          <a:p>
            <a:pPr algn="ctr"/>
            <a:r>
              <a:rPr lang="en-US" dirty="0"/>
              <a:t>The Easiest Part!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Load in the huge amounts of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Extract the general data we need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477568D-50A8-4D9F-9ECA-94295F34A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515" y="439882"/>
            <a:ext cx="7408043" cy="580505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3B7524-A97B-4747-A0FA-B31CD6D4C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627418"/>
            <a:ext cx="7245209" cy="209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170" y="1017443"/>
            <a:ext cx="3932237" cy="103303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Crime Cleanup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7170" y="1855642"/>
            <a:ext cx="3932237" cy="4735657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we pulled the specific crime we wanted to look at and saved the date of each reported incident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Looking ahead, we format the date so it can be mergeable with </a:t>
            </a:r>
            <a:r>
              <a:rPr lang="en-US" dirty="0" err="1"/>
              <a:t>OpenWeatherMap</a:t>
            </a:r>
            <a:r>
              <a:rPr lang="en-US" dirty="0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 sort by date to make it easier to look 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we value count the dates to get the number of reported incidents per 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Now we set the Date to be the index and drop any duplicate sets of dates and reported incidents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Finally we have clean data for each crime for each of the last 5 years. We create all the data for five years into one. Repeat for each specific crime we want to explore.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4C12D38-4A1F-497F-873B-139AB9E74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5537" y="390525"/>
            <a:ext cx="7034185" cy="620077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6D52D-EE0D-4D81-B09F-C3CD230779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288" y="169285"/>
            <a:ext cx="2426085" cy="136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457200"/>
            <a:ext cx="4239491" cy="1219200"/>
          </a:xfrm>
        </p:spPr>
        <p:txBody>
          <a:bodyPr/>
          <a:lstStyle/>
          <a:p>
            <a:r>
              <a:rPr lang="en-US" b="1" dirty="0"/>
              <a:t>The Data: </a:t>
            </a:r>
            <a:br>
              <a:rPr lang="en-US" b="1" dirty="0"/>
            </a:br>
            <a:r>
              <a:rPr lang="en-US" b="1" dirty="0"/>
              <a:t>	Merging Weather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0836" y="2015836"/>
            <a:ext cx="3932237" cy="4745181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9B7E5B89-8343-4B08-8923-A9B26051B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0158" y="457200"/>
            <a:ext cx="7536826" cy="6118945"/>
          </a:xfr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E5E06A-11E0-453D-A84D-D6280A213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903" y="0"/>
            <a:ext cx="3728771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E407DC-1D82-4769-88A6-2D60E1835E0B}"/>
              </a:ext>
            </a:extLst>
          </p:cNvPr>
          <p:cNvSpPr txBox="1"/>
          <p:nvPr/>
        </p:nvSpPr>
        <p:spPr>
          <a:xfrm>
            <a:off x="110837" y="2133600"/>
            <a:ext cx="393223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merge the weather file into each crime/year file on date because we can easily filter out any dates without a reported incident for that crime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count up all the </a:t>
            </a:r>
            <a:r>
              <a:rPr lang="en-US" sz="1600" dirty="0" err="1"/>
              <a:t>NaN</a:t>
            </a:r>
            <a:r>
              <a:rPr lang="en-US" sz="1600" dirty="0"/>
              <a:t> values and record it and then drop all of them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We reconfigure the Year column into an integer so the years don’t read with a .0 in our visualizations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C6C27-80F3-41A2-BDB7-FCB0A6C51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673" y="457200"/>
            <a:ext cx="4765963" cy="1219200"/>
          </a:xfrm>
        </p:spPr>
        <p:txBody>
          <a:bodyPr/>
          <a:lstStyle/>
          <a:p>
            <a:r>
              <a:rPr lang="en-US" b="1" dirty="0"/>
              <a:t>The Data:</a:t>
            </a:r>
            <a:br>
              <a:rPr lang="en-US" b="1" dirty="0"/>
            </a:br>
            <a:r>
              <a:rPr lang="en-US" b="1" dirty="0"/>
              <a:t>	Problems and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A5821-1548-4C46-B229-D6CB1A9E3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78182"/>
            <a:ext cx="5637211" cy="246610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endParaRPr lang="en-US" sz="1600" i="1" dirty="0"/>
          </a:p>
          <a:p>
            <a:pPr marL="0" indent="0" algn="ctr">
              <a:buNone/>
            </a:pPr>
            <a:r>
              <a:rPr lang="en-US" sz="1600" dirty="0"/>
              <a:t>Insights</a:t>
            </a:r>
          </a:p>
          <a:p>
            <a:r>
              <a:rPr lang="en-US" sz="1600" dirty="0"/>
              <a:t>One insight we had was that there was so much data, we had a lot of visualization and comparison choices that we could choose from</a:t>
            </a:r>
          </a:p>
          <a:p>
            <a:r>
              <a:rPr lang="en-US" sz="1600" dirty="0"/>
              <a:t>Another insight we had was that when people are working on a project together, placement of some code pertaining to make things  visually appealing matters because of the overlap.</a:t>
            </a:r>
          </a:p>
          <a:p>
            <a:pPr lvl="1"/>
            <a:r>
              <a:rPr lang="en-US" sz="1400" dirty="0"/>
              <a:t>E.g. code taking out .0 from the end of the Year worked better later down the code ladder than where it originally was</a:t>
            </a:r>
          </a:p>
          <a:p>
            <a:endParaRPr lang="en-US" sz="16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E7986-FDDB-474C-B84A-BB5610955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0217" y="2078182"/>
            <a:ext cx="5237018" cy="453924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issues we didn’t foresee during data cleanup mostly had to do with breaking down the data enough to be able to use for visualization. In a plethora of provided data, there are still lots of bridges to be built inbetween them to get seemingly easy information.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of the easier examples of this getting the combined number of reported incidents for a specified crime per 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Another example is breaking down the Date into Month, Day and Year so grouping and visualization wasn’t limited to one specific variable (YYYY/MM/DD)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Another issue we had was missing data from </a:t>
            </a:r>
            <a:r>
              <a:rPr lang="en-US" dirty="0" err="1"/>
              <a:t>OpenWeatherMap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There was a large gap of missing weather data that made us drop all crime incidents between 08-2014 to 06-2015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05BD5-BC57-4B0A-8D15-5EF62FDC94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236" y="1"/>
            <a:ext cx="6135976" cy="2078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4FDC2A-B5EB-4B8B-9F42-EB80B6D0D17C}"/>
              </a:ext>
            </a:extLst>
          </p:cNvPr>
          <p:cNvSpPr txBox="1"/>
          <p:nvPr/>
        </p:nvSpPr>
        <p:spPr>
          <a:xfrm>
            <a:off x="6096000" y="4689764"/>
            <a:ext cx="5595644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If I had two more weeks…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 think if I could research how to manipulate file and variable names, I could probably loop datamining CPD crime based </a:t>
            </a:r>
            <a:r>
              <a:rPr lang="en-US" sz="1400"/>
              <a:t>on the year of the csv file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973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</TotalTime>
  <Words>589</Words>
  <Application>Microsoft Office PowerPoint</Application>
  <PresentationFormat>Widescreen</PresentationFormat>
  <Paragraphs>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 Crime Exploration</vt:lpstr>
      <vt:lpstr>The Data:   Crime Cleanup</vt:lpstr>
      <vt:lpstr>The Data:   Merging Weather</vt:lpstr>
      <vt:lpstr>The Data:  Problems and Insights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John Yoo</cp:lastModifiedBy>
  <cp:revision>38</cp:revision>
  <dcterms:created xsi:type="dcterms:W3CDTF">2019-04-06T18:02:55Z</dcterms:created>
  <dcterms:modified xsi:type="dcterms:W3CDTF">2019-04-08T16:15:01Z</dcterms:modified>
</cp:coreProperties>
</file>